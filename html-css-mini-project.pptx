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5"/>
  </p:normalViewPr>
  <p:slideViewPr>
    <p:cSldViewPr snapToGrid="0">
      <p:cViewPr varScale="1">
        <p:scale>
          <a:sx n="151" d="100"/>
          <a:sy n="151" d="100"/>
        </p:scale>
        <p:origin x="54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Javascript Unit  1</a:t>
            </a:r>
            <a:endParaRPr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2" b="1">
                <a:solidFill>
                  <a:schemeClr val="lt1"/>
                </a:solidFill>
              </a:rPr>
              <a:t>By Prof. Prasad Junghare</a:t>
            </a:r>
            <a:endParaRPr sz="832" b="1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close-up of a red box&#10;&#10;AI-generated content may be incorrect.">
            <a:extLst>
              <a:ext uri="{FF2B5EF4-FFF2-40B4-BE49-F238E27FC236}">
                <a16:creationId xmlns:a16="http://schemas.microsoft.com/office/drawing/2014/main" id="{C1B746F2-953F-8A1C-71F9-CD156041D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484"/>
            <a:ext cx="9017000" cy="49685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website&#10;&#10;AI-generated content may be incorrect.">
            <a:extLst>
              <a:ext uri="{FF2B5EF4-FFF2-40B4-BE49-F238E27FC236}">
                <a16:creationId xmlns:a16="http://schemas.microsoft.com/office/drawing/2014/main" id="{77B1ADB0-8A95-60DC-95F5-6F5BF1CB3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6375" y="0"/>
            <a:ext cx="941995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9" name="Google Shape;69;p15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F1BFC5A-4A3B-0E2D-0AC8-A462EB31D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75" name="Google Shape;75;p16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close-up of a web page&#10;&#10;AI-generated content may be incorrect.">
            <a:extLst>
              <a:ext uri="{FF2B5EF4-FFF2-40B4-BE49-F238E27FC236}">
                <a16:creationId xmlns:a16="http://schemas.microsoft.com/office/drawing/2014/main" id="{D8734A49-2C93-888E-FA43-5162481CB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Macintosh PowerPoint</Application>
  <PresentationFormat>On-screen Show (16:9)</PresentationFormat>
  <Paragraphs>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PowerPoint Presentation</vt:lpstr>
      <vt:lpstr>Index</vt:lpstr>
      <vt:lpstr>Index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Sahil Kumar</cp:lastModifiedBy>
  <cp:revision>1</cp:revision>
  <dcterms:modified xsi:type="dcterms:W3CDTF">2026-02-02T09:12:43Z</dcterms:modified>
</cp:coreProperties>
</file>